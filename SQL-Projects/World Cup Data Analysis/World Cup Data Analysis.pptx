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69FDA-EB88-266A-BC3C-81735F1F4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6E6337-6617-2E93-197E-1FC239115F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D84CF-C503-4F34-DDC2-E50323BCE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C24A7-AC98-4E1D-8A44-C460F192032B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0F86D-E91E-0517-87A1-EBA8CF088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EA90-18EA-B8BD-6DC8-6C5214C53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765D-4F66-4EFB-9829-DC727F4AF3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262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5239D-69F5-FB8B-8BD3-7FACCC30F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DC580-9DE9-585D-1973-F5A35162D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F885F-FDBD-5F5A-8F56-F8DA5B12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C24A7-AC98-4E1D-8A44-C460F192032B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72B98-2D38-3C4B-0CB0-F903B58A1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79624-6F1A-6D56-0B20-59B6161D9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765D-4F66-4EFB-9829-DC727F4AF3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537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D259D-008D-C8DE-FC7B-2852E94C3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A8CD5-9F94-DD66-4FBA-DA94D2199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C714C-8596-BC65-5B1D-85ADA9A7C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C24A7-AC98-4E1D-8A44-C460F192032B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80C9B-47EC-1FD2-4591-D9CF66831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AB91D-B3C5-A049-A716-7A0263FEA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765D-4F66-4EFB-9829-DC727F4AF3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702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F317E-8F9C-DDD5-D67C-0D4679A62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A12F3-D537-651E-4B18-1D5D4A663C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695AF-2ABC-01FD-255A-57C07CCF79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62C77-7AFB-AE1B-9946-CF0BE4AB5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C24A7-AC98-4E1D-8A44-C460F192032B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DFED0-5DF4-7C43-6372-1260C0679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6267E-7291-6DC7-00A2-B50ADE080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765D-4F66-4EFB-9829-DC727F4AF3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367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928F3-9643-D76B-B1F5-5244AC06F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9EF1B-E2E0-83DE-1608-C1F9DA594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0B6C6-B89B-77E2-E2D2-0C8F0F041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FF7338-8764-D857-1B1D-CB1B6383FA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341518-F565-0874-B6C1-836B09005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7CAAFB-1EA4-51C6-1CFA-40EBE6636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C24A7-AC98-4E1D-8A44-C460F192032B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CBCBC3-7B1E-9C12-C7F9-D6C047449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F8F3B6-20DD-62DB-D58A-742B76EF6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765D-4F66-4EFB-9829-DC727F4AF3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262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987DC-9E5D-CA84-8B03-7622C97CB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22D1AF-2CAD-B33B-ACDE-20F660567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C24A7-AC98-4E1D-8A44-C460F192032B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00166-9861-117A-2B2F-6CAD72DF5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0AC8C3-910C-C868-A8BA-3E5E69376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765D-4F66-4EFB-9829-DC727F4AF3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466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1E9D9E-3B8C-3405-2310-B9C83619E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C24A7-AC98-4E1D-8A44-C460F192032B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2B3D4-65CD-8529-2C25-580C78321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D2F94-D967-83AA-2D9F-D7CA58294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765D-4F66-4EFB-9829-DC727F4AF3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359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BB55A-5410-AE06-0BF4-98925459C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101B7-2DFB-5311-86D3-109687E89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30E7F-2929-8622-3DF3-39D572DDA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F433A-9304-386B-93BE-38133E761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C24A7-AC98-4E1D-8A44-C460F192032B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D117C-629F-FFE8-AE89-B0233565F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934C2-D318-DACE-C36E-2402A277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765D-4F66-4EFB-9829-DC727F4AF3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757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967DF-51AC-65D1-33DD-55BDF961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F4848B-CB5A-9B25-CA06-A02DB0540D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83754-BCB3-951B-BD20-DCF66F6D9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64D59-D76A-1969-BFD8-5F8DDAC16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C24A7-AC98-4E1D-8A44-C460F192032B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56D11-9DAF-91DC-9622-B12C2AC96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412D8-8D5B-E4A1-B65A-43B35BED4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765D-4F66-4EFB-9829-DC727F4AF3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154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3DFE9-14A6-30C1-89E1-EB45D1E45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0068B-D70C-E3E0-B533-89599A060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F5281-C76D-EAD5-5042-962690332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C24A7-AC98-4E1D-8A44-C460F192032B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A5014-37F6-6F0C-12B1-A8C7E0FBC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B4F78-05B0-2C9B-36B6-050D14352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765D-4F66-4EFB-9829-DC727F4AF3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173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B0B73-E71D-6766-73A5-84EE9CC47D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BED42F-51EE-4E23-5D3B-ED50D1390B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59AF8-9E4D-16DE-E0A9-8BD8F476F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C24A7-AC98-4E1D-8A44-C460F192032B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38105-9715-288F-A9D5-934DD7828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42634-D911-A3BA-F69C-28052BA5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765D-4F66-4EFB-9829-DC727F4AF3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8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E7821D-261C-B96E-6506-CE5B543CE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47C7D-1623-2CE3-525B-537B0B502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C2B84-D316-235B-762E-11EF5CF40E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C24A7-AC98-4E1D-8A44-C460F192032B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FC99-E518-ED89-66F0-B85B558353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4FFC-6765-AFEE-48D7-174E32A39F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D765D-4F66-4EFB-9829-DC727F4AF3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40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DE3D46-1E3B-CD92-0F75-AC9FD87E1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259" y="1533378"/>
            <a:ext cx="9326880" cy="340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47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F385CD-C516-401D-75FB-6320C81C3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508" y="858128"/>
            <a:ext cx="7863840" cy="502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667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E429B3-6BB9-40AE-F4EB-A91D93015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42" y="168812"/>
            <a:ext cx="8478715" cy="668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420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E13552-3D3E-94F4-7F59-215B113C7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732" y="112543"/>
            <a:ext cx="8159261" cy="674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049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A451E3-9538-B6E9-32F1-BFD366E8B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086" y="1121898"/>
            <a:ext cx="8187397" cy="402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314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888FF9-B086-7A94-7349-8875B351D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763" y="393895"/>
            <a:ext cx="9242474" cy="5767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607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AC669A-444A-A375-275D-2BE86D7BA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640" y="664699"/>
            <a:ext cx="8046720" cy="552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86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D0D7264-6F6A-7BCE-C7D9-D450897F5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339" y="98474"/>
            <a:ext cx="8562536" cy="675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D939C0-15E1-B3A6-F687-08F960644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332" y="158261"/>
            <a:ext cx="8867335" cy="654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162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7B28C9-89DA-84E8-976A-90A2B11EB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070" y="0"/>
            <a:ext cx="85390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19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1DB987-B8BC-DC22-269E-F6E60A63E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609" y="109025"/>
            <a:ext cx="8890782" cy="663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143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0E81DB-1F50-3777-6D01-3D6B02D29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04" y="0"/>
            <a:ext cx="10635174" cy="52191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23FF97-2794-B860-6F6F-FD45821D7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04" y="5219114"/>
            <a:ext cx="10635174" cy="163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009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3AE907-24F7-9199-C9C1-30BCC9A92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26" y="703384"/>
            <a:ext cx="10789920" cy="60491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E2311C-D19C-0F3F-EFC1-578F0A656B06}"/>
              </a:ext>
            </a:extLst>
          </p:cNvPr>
          <p:cNvSpPr txBox="1"/>
          <p:nvPr/>
        </p:nvSpPr>
        <p:spPr>
          <a:xfrm>
            <a:off x="2489982" y="105508"/>
            <a:ext cx="6555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Giant Killers in World Cup History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65021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6</Words>
  <Application>Microsoft Office PowerPoint</Application>
  <PresentationFormat>Widescreen</PresentationFormat>
  <Paragraphs>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3</cp:revision>
  <dcterms:created xsi:type="dcterms:W3CDTF">2025-07-22T08:10:42Z</dcterms:created>
  <dcterms:modified xsi:type="dcterms:W3CDTF">2025-07-23T06:12:58Z</dcterms:modified>
</cp:coreProperties>
</file>