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70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8186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683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5415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925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927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4508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5065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890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5316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6016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02239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85495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21284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71882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98058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9598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020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78C24A7-AC98-4E1D-8A44-C460F192032B}" type="datetimeFigureOut">
              <a:rPr lang="en-IN" smtClean="0"/>
              <a:t>15-08-2025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BD765D-4F66-4EFB-9829-DC727F4AF3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87216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4AA13E-C5B8-3326-17F7-F5F469B47F83}"/>
              </a:ext>
            </a:extLst>
          </p:cNvPr>
          <p:cNvSpPr txBox="1"/>
          <p:nvPr/>
        </p:nvSpPr>
        <p:spPr>
          <a:xfrm>
            <a:off x="2683239" y="2229309"/>
            <a:ext cx="82595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	World Cup Data 					        Analysis</a:t>
            </a:r>
            <a:endParaRPr lang="en-IN" sz="5400" dirty="0"/>
          </a:p>
        </p:txBody>
      </p:sp>
    </p:spTree>
    <p:extLst>
      <p:ext uri="{BB962C8B-B14F-4D97-AF65-F5344CB8AC3E}">
        <p14:creationId xmlns:p14="http://schemas.microsoft.com/office/powerpoint/2010/main" val="724096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DE3D46-1E3B-CD92-0F75-AC9FD87E1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259" y="1533378"/>
            <a:ext cx="9326880" cy="3400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47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EF385CD-C516-401D-75FB-6320C81C3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508" y="858128"/>
            <a:ext cx="7863840" cy="502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667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E429B3-6BB9-40AE-F4EB-A91D93015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642" y="168812"/>
            <a:ext cx="8478715" cy="668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420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E13552-3D3E-94F4-7F59-215B113C7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732" y="112543"/>
            <a:ext cx="8159261" cy="6745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049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A451E3-9538-B6E9-32F1-BFD366E8B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086" y="1121898"/>
            <a:ext cx="8187397" cy="402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314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888FF9-B086-7A94-7349-8875B351D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763" y="393895"/>
            <a:ext cx="9242474" cy="576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607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AC669A-444A-A375-275D-2BE86D7BA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640" y="664699"/>
            <a:ext cx="8046720" cy="5528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86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D0D7264-6F6A-7BCE-C7D9-D450897F5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339" y="98474"/>
            <a:ext cx="8562536" cy="675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D939C0-15E1-B3A6-F687-08F96064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332" y="158261"/>
            <a:ext cx="8867335" cy="654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162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7B28C9-89DA-84E8-976A-90A2B11E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070" y="0"/>
            <a:ext cx="85390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819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1DB987-B8BC-DC22-269E-F6E60A63E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609" y="109025"/>
            <a:ext cx="8890782" cy="663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143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70E81DB-1F50-3777-6D01-3D6B02D291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604" y="0"/>
            <a:ext cx="10635174" cy="52191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23FF97-2794-B860-6F6F-FD45821D7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04" y="5219114"/>
            <a:ext cx="10635174" cy="163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09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3AE907-24F7-9199-C9C1-30BCC9A92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26" y="703384"/>
            <a:ext cx="10789920" cy="60491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E2311C-D19C-0F3F-EFC1-578F0A656B06}"/>
              </a:ext>
            </a:extLst>
          </p:cNvPr>
          <p:cNvSpPr txBox="1"/>
          <p:nvPr/>
        </p:nvSpPr>
        <p:spPr>
          <a:xfrm>
            <a:off x="2489982" y="105508"/>
            <a:ext cx="6555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Giant Killers in World Cup History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3650218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326</TotalTime>
  <Words>17</Words>
  <Application>Microsoft Office PowerPoint</Application>
  <PresentationFormat>Widescreen</PresentationFormat>
  <Paragraphs>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ASUS</dc:creator>
  <cp:lastModifiedBy>ASUS</cp:lastModifiedBy>
  <cp:revision>4</cp:revision>
  <dcterms:created xsi:type="dcterms:W3CDTF">2025-07-22T08:10:42Z</dcterms:created>
  <dcterms:modified xsi:type="dcterms:W3CDTF">2025-08-15T07:31:16Z</dcterms:modified>
</cp:coreProperties>
</file>