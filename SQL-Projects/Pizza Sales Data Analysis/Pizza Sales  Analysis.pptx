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98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865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52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383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093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739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428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90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93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550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249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688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752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83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999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219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58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1CD7768-48C4-41CE-8D8D-3C3C6A0D44D3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A2B04C4-5368-4F5C-A594-2C9E73239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040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BBFEF6-C794-3297-BF84-7B1CA6E81699}"/>
              </a:ext>
            </a:extLst>
          </p:cNvPr>
          <p:cNvSpPr txBox="1"/>
          <p:nvPr/>
        </p:nvSpPr>
        <p:spPr>
          <a:xfrm>
            <a:off x="1888760" y="2518347"/>
            <a:ext cx="8859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Pizza Sales Analysis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2446867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E4D97-C18E-0DD0-CB7D-43CEE52A8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730" y="1250706"/>
            <a:ext cx="9537894" cy="435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43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FED8B0-ADD9-B592-D487-24748FE07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511" y="872198"/>
            <a:ext cx="9762978" cy="486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327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7E9FE2-5770-8F02-5AF1-ABC5115FD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092" y="900332"/>
            <a:ext cx="9889587" cy="550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650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D1A1AB-6370-98A9-42AF-368C55D3F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174" y="379828"/>
            <a:ext cx="8764173" cy="599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38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9894E6-7E6F-5D1D-1736-816195110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91" y="168812"/>
            <a:ext cx="10888394" cy="668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85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321646-AB41-DECA-ADCF-9E77B8529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735"/>
            <a:ext cx="11186160" cy="634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77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A4A238-CFCD-B716-95F2-609A6711F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41" y="144194"/>
            <a:ext cx="10339754" cy="656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90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15F3EC-517E-53A1-BEA9-7E3249D51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81" y="770206"/>
            <a:ext cx="10564837" cy="531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76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ABBAF2-BEED-82D6-3A68-F8A0E0BEF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48" y="327074"/>
            <a:ext cx="11873131" cy="62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29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DCA4DA-F4F5-6D33-528E-3960D98F5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6" y="154745"/>
            <a:ext cx="10536702" cy="648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848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BAEE20-C872-4870-E9B7-86812DF04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72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A7D57D-335F-E0C1-F28F-EB16F8A4A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427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7B5FC6-6FF2-29B2-7EC6-03826D10E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9946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129</TotalTime>
  <Words>3</Words>
  <Application>Microsoft Office PowerPoint</Application>
  <PresentationFormat>Widescreen</PresentationFormat>
  <Paragraphs>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4</cp:revision>
  <dcterms:created xsi:type="dcterms:W3CDTF">2025-07-21T06:26:13Z</dcterms:created>
  <dcterms:modified xsi:type="dcterms:W3CDTF">2025-08-15T07:24:22Z</dcterms:modified>
</cp:coreProperties>
</file>