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3" r:id="rId6"/>
    <p:sldId id="274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5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F556-5E40-8383-FCC3-0E0361815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12834-9D72-2918-A721-666EECBB6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E7890-5299-F5D5-5AB7-C1937082E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EC9F-B72F-6F79-85BA-63E1FCD3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8E330-C47F-CA7D-2E35-19215962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24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0186A-A066-024E-4EB7-AB748715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95A5F-0935-F493-14AA-C6D33C12B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75E27-516F-8DB3-E80D-A1CADDF2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36A71-71B0-29D6-2136-8D4257939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40B02-4CD4-7CD9-4807-94CEE209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6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C3B6A-D3BD-0CA0-BFDB-4D0CE00F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F5A2E-9E12-765B-31B5-4BB79A6C5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50B0E-4E55-6DFF-E56F-6C8472E88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B5C02-A55C-FA64-AF7C-7A62527EA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C1FEC-EF0D-6EF4-F8F0-604B0EFF0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21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52D83-C8B6-4F2F-3A66-456592F8A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93950-C33E-A620-99F4-0938E7BDA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58B2A-3DAF-5AF8-FDC3-6776090C1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264A4-08CB-FD1B-C1B9-03B2FD6F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EFAE4-1234-1089-BA0A-70C5DA5E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D2C12-C75F-87A6-0A8F-F02535A50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233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5EEB-5047-0374-8A4E-4A58D4B7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DC8AA-390A-6549-201E-56CA6D565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99BF3-6142-D4C6-4D26-D037EC049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CCB8B-60D6-281D-21B3-4FDA568FC7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57AC4-E696-18AC-8F34-A8A02292E5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F98DF-1514-6CE7-C577-CADB6CD9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CDDE61-E621-3119-EFA7-1CB3D0106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1FD4CB-CF5F-21AC-CE58-18BB5802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199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EB4D9-1D55-4371-85CF-1F3C8810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B15CC4-3D75-FC4B-0959-9F913B6E6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64FD1-77C6-42E2-84F0-376FB92C1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1669-ED48-7F50-18D5-99C458400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36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68B416-3131-AF17-A715-4D583D9C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882EC8-4BAD-BA33-A9F0-EDE9F50B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4349A-BBE6-0BD8-58E0-01BF4B9A5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658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FE706-85B2-711C-45CF-E85E8C6D5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9D55F-4ECF-0502-4DD6-BDEA17F2A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83CDD-85E9-4337-62FA-E72067558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4FC04-B66F-FBBE-0522-3988A675E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C83DA-E655-6854-E845-74651C5A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19266-ED7C-4F7B-55AB-7837CAA4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99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CE0CF-9EE4-43A2-3308-6964C72A8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39AE3-B91F-9546-C47A-93842805CE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BEE4B-C6B0-2F63-B1CD-8E205DE922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D74BB-3F98-3315-17A6-68412D75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7459A-2E79-D60E-99EA-13B7BD8E7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EAEBB-F193-CD72-D9B9-3140D9C7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96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9F2AB-B818-5E87-DBEF-557CF666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1AD8D-F8DA-F333-149A-8E007FFFD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A4AC0-7818-C56D-CD28-46F82A15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4AE64-CFC1-A0CF-94A7-124A53D0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423CC-BC5E-70E5-B04E-DC260777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40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F516A7-9B63-C411-8C86-E629A1B08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BF455-F65C-5E25-C4EE-820A36600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90E0A-7C21-78B6-E8BE-892277F14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7C80F-E3D8-4EE2-F7E6-A851AD19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363D2-7798-2A24-99F7-D50CC6062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15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CEB02B-8B9E-914D-5B24-076B72554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697F7-3948-36CD-21EB-79BD70D1D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D7723-BE15-0D56-7DCA-72C8B82EF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A06A2-6920-407C-8B4F-D426368E6024}" type="datetimeFigureOut">
              <a:rPr lang="en-IN" smtClean="0"/>
              <a:t>18-07-2025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2BD25-5E9D-D23E-CA4C-5D9A96ED5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8F698-EA85-0800-1E80-98F77D96E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91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6C1F46-B8F0-7CEB-5F7B-F37154999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628" y="1336430"/>
            <a:ext cx="8117058" cy="437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59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100EA3D-CEA0-13C0-ABB2-7C5ECDA7A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18" y="576775"/>
            <a:ext cx="9748911" cy="565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539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26264E4-5341-07A1-9534-E682AC6B9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028" y="1121898"/>
            <a:ext cx="7469944" cy="461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33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B44E5A6-3E94-4B8B-D1C9-35929FBA5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793" y="770207"/>
            <a:ext cx="8398413" cy="505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331DCF-CA9C-F058-263B-42A6A7D4D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95" y="618978"/>
            <a:ext cx="10550768" cy="58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20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52C9D5-A9CE-44FB-2541-BB424E541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658" y="992212"/>
            <a:ext cx="7692683" cy="487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695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EAEC09-B552-8195-C02F-B8321C03A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874" y="1046285"/>
            <a:ext cx="8642251" cy="476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22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63761-4D2E-2B81-7A49-76D32F743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781" y="826477"/>
            <a:ext cx="9650437" cy="548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5B2E1E-72AE-2D01-8B9C-37B1AD135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343" y="1229164"/>
            <a:ext cx="8311660" cy="435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18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5EDDB7-A452-2879-80B8-DFB6A134C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89" y="903849"/>
            <a:ext cx="10002129" cy="505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13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EB8404-9403-0D03-F91B-174525F68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58" y="826476"/>
            <a:ext cx="10030265" cy="520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07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5803C4-B3A3-EB26-5FF5-2B61BD75E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55" y="520506"/>
            <a:ext cx="10832123" cy="579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33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4F1F4B-E8C6-C3B7-29C1-E85F08739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713" y="729761"/>
            <a:ext cx="9678573" cy="539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82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422151-ED91-A526-8A32-A72CDD735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17" y="661181"/>
            <a:ext cx="11000935" cy="604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77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328122-0FE3-8B48-8FCE-CFC14FB1B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6" y="703384"/>
            <a:ext cx="11169748" cy="588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02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2F67A6C-5BC2-E2B9-9A97-1F86F6455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88" y="553915"/>
            <a:ext cx="10396024" cy="57501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94648C-418F-5FA4-5DDB-F52E171D47FD}"/>
              </a:ext>
            </a:extLst>
          </p:cNvPr>
          <p:cNvSpPr/>
          <p:nvPr/>
        </p:nvSpPr>
        <p:spPr>
          <a:xfrm>
            <a:off x="1533378" y="604911"/>
            <a:ext cx="365760" cy="225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472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275852-4837-EED2-61F1-9A803E8AB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65" y="604911"/>
            <a:ext cx="10888393" cy="572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95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758F-AE2B-7362-4A65-1E96E931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72" y="675249"/>
            <a:ext cx="11380763" cy="606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350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3</cp:revision>
  <dcterms:created xsi:type="dcterms:W3CDTF">2025-07-18T05:40:04Z</dcterms:created>
  <dcterms:modified xsi:type="dcterms:W3CDTF">2025-07-19T13:10:51Z</dcterms:modified>
</cp:coreProperties>
</file>