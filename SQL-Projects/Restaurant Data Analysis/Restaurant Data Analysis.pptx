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  <p:sldId id="257" r:id="rId3"/>
    <p:sldId id="258" r:id="rId4"/>
    <p:sldId id="259" r:id="rId5"/>
    <p:sldId id="260" r:id="rId6"/>
    <p:sldId id="273" r:id="rId7"/>
    <p:sldId id="274" r:id="rId8"/>
    <p:sldId id="272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5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309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88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197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568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001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722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335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088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139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144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4724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970871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2606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1660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3421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2114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06A2-6920-407C-8B4F-D426368E6024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648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0EA06A2-6920-407C-8B4F-D426368E6024}" type="datetimeFigureOut">
              <a:rPr lang="en-IN" smtClean="0"/>
              <a:t>15-08-2025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91351-94EC-4726-AFC5-CB4B53AB20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3199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018FA5-8DB1-28D4-13C6-C6DA9B7D6CCC}"/>
              </a:ext>
            </a:extLst>
          </p:cNvPr>
          <p:cNvSpPr txBox="1"/>
          <p:nvPr/>
        </p:nvSpPr>
        <p:spPr>
          <a:xfrm>
            <a:off x="1713876" y="2383436"/>
            <a:ext cx="84844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Restaurant Data Analysis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3505880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6C1F46-B8F0-7CEB-5F7B-F37154999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628" y="1336430"/>
            <a:ext cx="8117058" cy="4375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259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100EA3D-CEA0-13C0-ABB2-7C5ECDA7A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618" y="576775"/>
            <a:ext cx="9748911" cy="565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539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26264E4-5341-07A1-9534-E682AC6B9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028" y="1121898"/>
            <a:ext cx="7469944" cy="461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233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B44E5A6-3E94-4B8B-D1C9-35929FBA5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793" y="770207"/>
            <a:ext cx="8398413" cy="505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22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331DCF-CA9C-F058-263B-42A6A7D4D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95" y="618978"/>
            <a:ext cx="10550768" cy="58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420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52C9D5-A9CE-44FB-2541-BB424E541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658" y="992212"/>
            <a:ext cx="7692683" cy="487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695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EAEC09-B552-8195-C02F-B8321C03A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874" y="1046285"/>
            <a:ext cx="8642251" cy="476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22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763761-4D2E-2B81-7A49-76D32F743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781" y="826477"/>
            <a:ext cx="9650437" cy="548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59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5B2E1E-72AE-2D01-8B9C-37B1AD135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343" y="1229164"/>
            <a:ext cx="8311660" cy="435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718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25EDDB7-A452-2879-80B8-DFB6A134C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889" y="903849"/>
            <a:ext cx="10002129" cy="505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213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EB8404-9403-0D03-F91B-174525F68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58" y="826476"/>
            <a:ext cx="10030265" cy="5205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707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5803C4-B3A3-EB26-5FF5-2B61BD75E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55" y="520506"/>
            <a:ext cx="10832123" cy="579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433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4F1F4B-E8C6-C3B7-29C1-E85F08739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713" y="729761"/>
            <a:ext cx="9678573" cy="5398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182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422151-ED91-A526-8A32-A72CDD735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17" y="661181"/>
            <a:ext cx="11000935" cy="604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277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328122-0FE3-8B48-8FCE-CFC14FB1B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46" y="703384"/>
            <a:ext cx="11169748" cy="588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202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2F67A6C-5BC2-E2B9-9A97-1F86F6455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88" y="553915"/>
            <a:ext cx="10396024" cy="575017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A94648C-418F-5FA4-5DDB-F52E171D47FD}"/>
              </a:ext>
            </a:extLst>
          </p:cNvPr>
          <p:cNvSpPr/>
          <p:nvPr/>
        </p:nvSpPr>
        <p:spPr>
          <a:xfrm>
            <a:off x="1533378" y="604911"/>
            <a:ext cx="365760" cy="2250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4723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275852-4837-EED2-61F1-9A803E8AB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265" y="604911"/>
            <a:ext cx="10888393" cy="572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195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C758F-AE2B-7362-4A65-1E96E9318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72" y="675249"/>
            <a:ext cx="11380763" cy="606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3506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1892</TotalTime>
  <Words>3</Words>
  <Application>Microsoft Office PowerPoint</Application>
  <PresentationFormat>Widescreen</PresentationFormat>
  <Paragraphs>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4</cp:revision>
  <dcterms:created xsi:type="dcterms:W3CDTF">2025-07-18T05:40:04Z</dcterms:created>
  <dcterms:modified xsi:type="dcterms:W3CDTF">2025-08-15T07:27:17Z</dcterms:modified>
</cp:coreProperties>
</file>